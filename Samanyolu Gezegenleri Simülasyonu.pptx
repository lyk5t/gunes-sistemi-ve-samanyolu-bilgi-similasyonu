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02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2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2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üneş etrafında dönen gezegen yörüngeleri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812800"/>
            <a:ext cx="4064000" cy="406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3610769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tr-TR" sz="1400" b="1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BOĞAZLIYAN M.Y.O. </a:t>
            </a:r>
            <a:r>
              <a:rPr lang="en-US" sz="1400" b="1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BİLGİSAYAR PROGRAMCILIĞI </a:t>
            </a:r>
            <a:r>
              <a:rPr lang="tr-TR" sz="1400" b="1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(Uzaktan Eğitim)</a:t>
            </a:r>
            <a:r>
              <a:rPr lang="en-US" sz="1400" b="1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GRUP PROJESİ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4037409"/>
            <a:ext cx="6540500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90"/>
              </a:lnSpc>
              <a:buNone/>
            </a:pPr>
            <a:r>
              <a:rPr lang="en-US" sz="5800" b="1" i="0" dirty="0">
                <a:solidFill>
                  <a:srgbClr val="E8E4D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Agile Proje Planı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812800" y="4988620"/>
            <a:ext cx="65405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E8E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Samanyolu Gezegenleri Simülasyonu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12800" y="5575300"/>
            <a:ext cx="654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kişilik ekip · Scrum · 4 sprint · yaklaşık 7 hafta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Ekip ve roller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3414117" cy="2243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4930"/>
            <a:ext cx="29867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KİŞİ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3150" y="2144911"/>
            <a:ext cx="29867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Product Owner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3150" y="2523331"/>
            <a:ext cx="2986760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 önceliklerini belirler ve ürünün hedefini korur. Galaksi tanıtımı ve ana ekran tasarımı da onda.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8842" y="1567755"/>
            <a:ext cx="3414216" cy="2243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6017" y="1824930"/>
            <a:ext cx="29868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KİŞİ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6017" y="2144911"/>
            <a:ext cx="298686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Scrum Master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46017" y="2523331"/>
            <a:ext cx="298686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Toplantıları yönetir, engelleri kaldırır. Yazılım ve entegrasyon sorumlusudur.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61809" y="1567755"/>
            <a:ext cx="3414216" cy="2243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8984" y="1824930"/>
            <a:ext cx="29868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2.–6. KİŞİLER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18984" y="2144911"/>
            <a:ext cx="298686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Geliştirme ekibi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18984" y="2523331"/>
            <a:ext cx="298686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Gezegen araştırması, görseller ve bilgi kartları. Her biri kendi gezegen grubundan sorumlu.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planı · Samanyolu Gezegenleri Simülasyonu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5F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Ürün backlog'u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10553700" cy="381000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Epic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Kullanıcı olarak…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Simülasyon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Gezegenlerin hareketini izlemek isterim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Kontroller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Simülasyonu başlatıp durdurmak isterim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Bilgi kartları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Gezegenin özelliklerini görmek isterim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Karşılaştırma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Gezegenleri yan yana kıyaslamak isterim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Samanyolu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Galaksiyi ve Güneş Sistemi'nin yerini öğrenmek isterim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planı · Samanyolu Gezegenleri Simülasyonu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Yol haritası: 4 sprint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520950" cy="1986062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4930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0 · 1 HAFTA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3150" y="2144911"/>
            <a:ext cx="206679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Hazırlık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3150" y="2523331"/>
            <a:ext cx="206679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Backlog, görev dağılımı, Python ortamı ve iskelet kod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5675" y="1567755"/>
            <a:ext cx="2520950" cy="1986062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2850" y="1824930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2 HAFTA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52850" y="2144911"/>
            <a:ext cx="206679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Çekirdek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52850" y="2523331"/>
            <a:ext cx="206679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ve simülasyon motoru, ana ekran, ilk gezegenler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5375" y="1567755"/>
            <a:ext cx="2520950" cy="1986062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2550" y="1824930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2 HAFTA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2550" y="2144911"/>
            <a:ext cx="206679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İçerik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32550" y="2523331"/>
            <a:ext cx="206679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Tüm gezegenlerin kartları, görselleri ve yörüngeleri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5075" y="1567755"/>
            <a:ext cx="2520950" cy="1986062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2250" y="1824930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2 HAFTA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12250" y="2144911"/>
            <a:ext cx="206679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Birleştirme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12250" y="2523331"/>
            <a:ext cx="206679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Karşılaştırma, entegrasyon, test ve final sunumu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8617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6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 sprint sonunda çalışan bir sürüm teslim edilir.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planı · Samanyolu Gezegenleri Simülasyonu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5F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Sprint görev dağılımı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10553700" cy="3372640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Kişi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Sprint 1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Sprint 2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Sprint 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 Kişi · Galaksi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 ekran tasarımı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Samanyolu sayfası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Sunum ve son düzen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2. Kişi · Merkür, Venüs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Araştırma ve veri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Kart, görsel, yörünge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Test, düzeltme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3. Kişi · Dünya, Mars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Araştırma ve veri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Kart, görsel, yörünge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Test, düzeltme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4. Kişi · Jüpiter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Araştırma ve veri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Kart, görsel, yörünge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Test, düzeltme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5. Kişi · Satürn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Araştırma ve veri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Kart, görsel, yörünge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Test, düzeltme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6. Kişi · Uranüs, Neptün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Araştırma ve veri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Kart, görsel, yörünge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Test, düzeltme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7. Kişi · Yazılım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 ve simülasyon motoru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Kontroller, karşılaştırma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Entegrasyon ve test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planı · Samanyolu Gezegenleri Simülasyonu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D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Ritüeller ve bitti tanımı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5200650" cy="2089150"/>
          </a:xfrm>
          <a:prstGeom prst="roundRect">
            <a:avLst>
              <a:gd name="adj" fmla="val 4711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4930"/>
            <a:ext cx="48268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A5D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Scrum ritüelleri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56970" y="2256730"/>
            <a:ext cx="473544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planlama: başlangıçta, 1 saat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Günlük toplantı: her gün 10 dakika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gözden geçirme: sonda demo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Retrospektif: ne iyi gitti, ne düzelir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5375" y="1567755"/>
            <a:ext cx="5200650" cy="2089150"/>
          </a:xfrm>
          <a:prstGeom prst="roundRect">
            <a:avLst>
              <a:gd name="adj" fmla="val 4711"/>
            </a:avLst>
          </a:prstGeom>
          <a:solidFill>
            <a:srgbClr val="FFFFFF"/>
          </a:solidFill>
          <a:ln w="6350">
            <a:solidFill>
              <a:srgbClr val="D9D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2550" y="1824930"/>
            <a:ext cx="48268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A5D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Bitti tanımı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16370" y="2256730"/>
            <a:ext cx="473544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çalışır ve test edilmiştir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Bilgiler kaynakla doğrulanmıştır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Ekip içinde gözden geçirilmiştir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 sürümle birleştirilmiştir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planı · Samanyolu Gezegenleri Simülasyonu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A5F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Riskler ve önlemler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10553700" cy="1899840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9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9AA0B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Önlem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Bir üye işini geciktirir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Günlük toplantıda erken fark edilir, görev paylaşılır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Parçalar birleşmez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Ortak veri biçimi ve her sprint sonunda entegrasyon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Bilgiler hatalı olur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8E4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Her bilgi kartı bir kaynakla kontrol edilir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781921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Teslim: </a:t>
            </a:r>
            <a:r>
              <a:rPr lang="tr-TR" sz="1800" b="1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</a:t>
            </a:r>
            <a:r>
              <a:rPr lang="en-US" sz="1800" b="1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alışan</a:t>
            </a:r>
            <a:r>
              <a:rPr lang="en-US" sz="1800" b="1" dirty="0">
                <a:solidFill>
                  <a:srgbClr val="F2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Python programı ve bu sunum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planı · Samanyolu Gezegenleri Simülasyonu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0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/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ile Proje Planı: Samanyolu Gezegenleri Simülasyonu">
  <a:themeElements>
    <a:clrScheme name="Agile Proje Planı: Samanyolu Gezegenleri Simülasyonu">
      <a:dk1>
        <a:srgbClr val="0A0E1F"/>
      </a:dk1>
      <a:lt1>
        <a:srgbClr val="F2B84B"/>
      </a:lt1>
      <a:dk2>
        <a:srgbClr val="211F23"/>
      </a:dk2>
      <a:lt2>
        <a:srgbClr val="B88E40"/>
      </a:lt2>
      <a:accent1>
        <a:srgbClr val="8A5D00"/>
      </a:accent1>
      <a:accent2>
        <a:srgbClr val="1F6F6F"/>
      </a:accent2>
      <a:accent3>
        <a:srgbClr val="9AA0BD"/>
      </a:accent3>
      <a:accent4>
        <a:srgbClr val="5A5F78"/>
      </a:accent4>
      <a:accent5>
        <a:srgbClr val="E8E4D6"/>
      </a:accent5>
      <a:accent6>
        <a:srgbClr val="F4EFE2"/>
      </a:accent6>
      <a:hlink>
        <a:srgbClr val="0563C1"/>
      </a:hlink>
      <a:folHlink>
        <a:srgbClr val="954F72"/>
      </a:folHlink>
    </a:clrScheme>
    <a:fontScheme name="Agile Proje Planı: Samanyolu Gezegenleri Simülasyonu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495</Words>
  <Application>Microsoft Office PowerPoint</Application>
  <PresentationFormat>Geniş ekran</PresentationFormat>
  <Paragraphs>120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Georgia</vt:lpstr>
      <vt:lpstr>Trebuchet MS</vt:lpstr>
      <vt:lpstr>Agile Proje Planı: Samanyolu Gezegenleri Simülasyonu</vt:lpstr>
      <vt:lpstr>Agile Proje Planı</vt:lpstr>
      <vt:lpstr>Ekip ve roller</vt:lpstr>
      <vt:lpstr>Ürün backlog'u</vt:lpstr>
      <vt:lpstr>Yol haritası: 4 sprint</vt:lpstr>
      <vt:lpstr>Sprint görev dağılımı</vt:lpstr>
      <vt:lpstr>Ritüeller ve bitti tanımı</vt:lpstr>
      <vt:lpstr>Riskler ve önlemler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Proje Planı: Samanyolu Gezegenleri Simülasyonu</dc:title>
  <dc:subject/>
  <dc:creator>OĞUZHAN ÖCAL</dc:creator>
  <cp:lastModifiedBy>OĞUZHAN ÖCAL</cp:lastModifiedBy>
  <cp:revision>3</cp:revision>
  <dcterms:created xsi:type="dcterms:W3CDTF">2026-10-26T06:02:17Z</dcterms:created>
  <dcterms:modified xsi:type="dcterms:W3CDTF">2026-10-26T06:06:17Z</dcterms:modified>
</cp:coreProperties>
</file>