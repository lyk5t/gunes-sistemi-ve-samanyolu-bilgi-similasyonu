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914400"/>
            <a:ext cx="4572000" cy="4572000"/>
          </a:xfrm>
          <a:prstGeom prst="ellipse">
            <a:avLst/>
          </a:prstGeom>
          <a:noFill/>
          <a:ln w="19050">
            <a:solidFill>
              <a:srgbClr val="25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0" y="1554480"/>
            <a:ext cx="3291840" cy="3291840"/>
          </a:xfrm>
          <a:prstGeom prst="ellipse">
            <a:avLst/>
          </a:prstGeom>
          <a:noFill/>
          <a:ln w="19050">
            <a:solidFill>
              <a:srgbClr val="2C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18120" y="2240280"/>
            <a:ext cx="1920240" cy="1920240"/>
          </a:xfrm>
          <a:prstGeom prst="ellipse">
            <a:avLst/>
          </a:prstGeom>
          <a:noFill/>
          <a:ln w="19050">
            <a:solidFill>
              <a:srgbClr val="3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0" y="2651760"/>
            <a:ext cx="1097280" cy="109728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03720" y="1828800"/>
            <a:ext cx="228600" cy="228600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41280" y="4297680"/>
            <a:ext cx="310896" cy="310896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0" y="1234440"/>
            <a:ext cx="164592" cy="164592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06640" y="4663440"/>
            <a:ext cx="201168" cy="201168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1097280"/>
            <a:ext cx="53035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4CE1D2"/>
                </a:solidFill>
                <a:latin typeface="Aptos"/>
              </a:rPr>
              <a:t>SAMANYOLU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691640"/>
            <a:ext cx="594360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400" b="1">
                <a:solidFill>
                  <a:srgbClr val="F2F6FF"/>
                </a:solidFill>
                <a:latin typeface="Aptos"/>
              </a:rPr>
              <a:t>3B GEZEGEN</a:t>
            </a:r>
            <a:br/>
            <a:r>
              <a:rPr sz="3400" b="1">
                <a:solidFill>
                  <a:srgbClr val="F2F6FF"/>
                </a:solidFill>
                <a:latin typeface="Aptos"/>
              </a:rPr>
              <a:t>LABORATUVARI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474720"/>
            <a:ext cx="557784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0">
                <a:solidFill>
                  <a:srgbClr val="AEBCDA"/>
                </a:solidFill>
                <a:latin typeface="Aptos"/>
              </a:rPr>
              <a:t>Keşfet • Simüle et • Kendi gezegenini tasarla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709160"/>
            <a:ext cx="53035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0">
                <a:solidFill>
                  <a:srgbClr val="F2F6FF"/>
                </a:solidFill>
                <a:latin typeface="Aptos"/>
              </a:rPr>
              <a:t>Python + Ursina ile geliştirilmiş etkileşimli masaüstü uzay simülasyonu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617220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00" b="1">
                <a:solidFill>
                  <a:srgbClr val="AEBCDA"/>
                </a:solidFill>
                <a:latin typeface="Aptos"/>
              </a:rPr>
              <a:t>PROGRAM TANITIM SUNUMU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01 / FIKIR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Uzayı yalnızca izleme, içinde gezin.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Samanyolu 3B Gezegen Laboratuvarı, gezegenleri üç boyutlu sahnede keşfetmeye ve yeni dünyalar oluşturmaya odaklanır.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3429000" cy="22402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54864" cy="224028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40487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GÖRSEL KEŞİF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862072"/>
            <a:ext cx="3044952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Güneş, yıldızlar, yörüngeler ve gezegenler aynı 3B sahnede bir araya gelir.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240280"/>
            <a:ext cx="3429000" cy="22402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240280"/>
            <a:ext cx="54864" cy="224028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40487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ETKİLEŞİM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862072"/>
            <a:ext cx="3044952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Kamerayı döndürün, yakınlaştırın ve incelemek istediğiniz gezegeni seçin.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3429000" cy="22402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240280"/>
            <a:ext cx="54864" cy="224028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40487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ÜRETİCİ DENEYİM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862072"/>
            <a:ext cx="3044952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Parametreleri belirleyerek kendi hayalî gezegeninizi oluşturun ve kaydedin.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1">
                <a:solidFill>
                  <a:srgbClr val="F2F6FF"/>
                </a:solidFill>
                <a:latin typeface="Aptos"/>
              </a:rPr>
              <a:t>Temel yaklaşım: Bilgiyi, deneyerek öğrenilen görsel bir deneyime dönüştürmek.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02 / DENEYIM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Üç boyutlu bir yıldız sistemi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Programın sahne katmanı gezegen görünümlerini üretir; kamera hareketleri de kullanıcıya serbest keşif sağlar.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48840"/>
            <a:ext cx="5212080" cy="13258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148840"/>
            <a:ext cx="54864" cy="132588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313432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GÖRSEL SAHNE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770632"/>
            <a:ext cx="4828032" cy="6126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Güneş, yıldız alanı, renkli bulutsu efektleri ve yörünge çizgileri.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5212080" cy="13258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148840"/>
            <a:ext cx="54864" cy="132588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313432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GEZEGEN GÖRÜNÜMLERİ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770632"/>
            <a:ext cx="4828032" cy="6126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Kayalık yüzey dokuları, gaz devi bantları, atmosfer parıltısı ve isteğe bağlı halkalar.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5212080" cy="13258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54864" cy="132588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913631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SERBEST KAMERA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70831"/>
            <a:ext cx="4828032" cy="6126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Fareyle sürükleyerek sahneyi döndürme; tekerlekle yaklaşma ve uzaklaşma.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212080" cy="13258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54864" cy="1325880"/>
          </a:xfrm>
          <a:prstGeom prst="rect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3913631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A77BFF"/>
                </a:solidFill>
                <a:latin typeface="Aptos"/>
              </a:rPr>
              <a:t>SEÇİM VE ODAK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370831"/>
            <a:ext cx="4828032" cy="61264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Gezegene tıklayarak seçme; bilgi panelinde o gezegenin özelliklerini görüntüleme.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03 / BILGI PANELI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Bir gezegenin özelliklerine yakından bak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Seçilen gezegenin temel parametreleri ve atmosfer bileşimi sağ taraftaki bilgi panelinde sunulur.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48840"/>
            <a:ext cx="3429000" cy="237744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148840"/>
            <a:ext cx="54864" cy="237744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31343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TEMEL ÖLÇÜLER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770632"/>
            <a:ext cx="3044952" cy="1664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• Yarıçap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Güneş’e uzaklık (AU)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Yörünge periyodu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Bilinen uydu sayısı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48840"/>
            <a:ext cx="3429000" cy="237744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148840"/>
            <a:ext cx="54864" cy="237744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31343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ATMOSFER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70632"/>
            <a:ext cx="3044952" cy="1664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Gaz bileşenleri renklerle ve oran çubuğuyla gösterilir. Oluşturulan gezegende gaz türleri ve yüzdeleri ayarlanabilir.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148840"/>
            <a:ext cx="3429000" cy="237744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148840"/>
            <a:ext cx="54864" cy="237744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31343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CANLI GRAFİKLER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770632"/>
            <a:ext cx="3044952" cy="16642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Sıcaklık, basınç ve rüzgâr hızı değerleri zaman içinde küçük dalgalanmalarla grafikleştirilir.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AEBCDA"/>
                </a:solidFill>
                <a:latin typeface="Aptos"/>
              </a:rPr>
              <a:t>Not: Canlı grafikler gerçek zamanlı sensör veya astronomik ölçüm değil, simülasyon amaçlı üretilen verilerdir.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04 / YARATICILIK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Kendi gezegenini oluştur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Yeni gezegen formu, bilimsel parametrelerle yaratıcı tasarımı aynı arayüzde buluşturur.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3429000" cy="251460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057400"/>
            <a:ext cx="54864" cy="251460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2199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GÖRÜNÜM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79192"/>
            <a:ext cx="3044952" cy="1801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• Gezegen adı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Kayalık / gaz devi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Gezegen rengi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Atmosfer rengi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Halka seçeneği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057400"/>
            <a:ext cx="3429000" cy="251460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057400"/>
            <a:ext cx="54864" cy="251460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22199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FİZİKSEL PARAMETRELER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679192"/>
            <a:ext cx="3044952" cy="1801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• Yarıçap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Yörünge uzaklığı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Yörünge periyodu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Sıcaklık ve basınç</a:t>
            </a:r>
            <a:br/>
            <a:r>
              <a:rPr sz="1300" b="0">
                <a:solidFill>
                  <a:srgbClr val="F2F6FF"/>
                </a:solidFill>
                <a:latin typeface="Aptos"/>
              </a:rPr>
              <a:t>• Rüzgâr hızı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057400"/>
            <a:ext cx="3429000" cy="251460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057400"/>
            <a:ext cx="54864" cy="251460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22199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ATMOSFER İÇERİĞİ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679192"/>
            <a:ext cx="3044952" cy="1801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Azot, oksijen, hidrojen, helyum, metan, karbondioksit ve diğer seçenekler arasından oranlar belirlenebilir.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ptos"/>
              </a:rPr>
              <a:t>Oluşturulan özel gezegenler yerel JSON dosyasına kaydedilir; yeniden açıldığında yüklenir.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05 / KONTROL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Simülasyonun ritmini siz belirleyin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Kullanıcı, yörünge hareketini durdurabilir veya farklı hızlarda izleyebilir.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3429000" cy="214884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54864" cy="214884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40487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BAŞLAT / DURAKLAT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862072"/>
            <a:ext cx="3044952" cy="1435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Simülasyon hareketini tek düğmeyle durdurun veya yeniden başlatın.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240280"/>
            <a:ext cx="3429000" cy="214884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240280"/>
            <a:ext cx="54864" cy="214884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40487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HIZ SEÇİMİ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862072"/>
            <a:ext cx="3044952" cy="1435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0,25×, 1×, 4×, 16× ve 64× hız seçenekleriyle hareket akışını değiştirin.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3429000" cy="214884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240280"/>
            <a:ext cx="54864" cy="214884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40487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GEZEGEN YÖNETİMİ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862072"/>
            <a:ext cx="3044952" cy="1435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Özel gezegeni seçili gezegenden kopyalayın, silin veya yeni bir tasarıma dönüştürün.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4CE1D2"/>
                </a:solidFill>
                <a:latin typeface="Aptos"/>
              </a:rPr>
              <a:t>Klavye / fare özeti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855464"/>
            <a:ext cx="8686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0">
                <a:solidFill>
                  <a:srgbClr val="F2F6FF"/>
                </a:solidFill>
                <a:latin typeface="Aptos"/>
              </a:rPr>
              <a:t>Fare sürükleme: döndür   •   Tekerlek: yakınlaştır / uzaklaştır   •   Gezegen tıklaması: seç   •   Esc: çıkış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06 / TEKNIK YAPI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Python tabanlı, modüler mimari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Kod; uygulama arayüzü, 3B sahne ve gezegen verilerini birbirinden ayıracak şekilde düzenlenmiştir.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03120"/>
            <a:ext cx="3429000" cy="228600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103120"/>
            <a:ext cx="54864" cy="228600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6771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724912"/>
            <a:ext cx="3044952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Uygulama mantığı, parametreler, olaylar ve kayıt işlemleri.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3429000" cy="228600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103120"/>
            <a:ext cx="54864" cy="228600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26771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URSINA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24912"/>
            <a:ext cx="3044952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3B nesneler, kamera, etkileşim ve masaüstü görselleştirme.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103120"/>
            <a:ext cx="3429000" cy="228600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103120"/>
            <a:ext cx="54864" cy="228600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26771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MODÜLER GEZEGENLER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724912"/>
            <a:ext cx="3044952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Gezegen tanımları ayrı Python modüllerinden yüklenir; özel gezegenler JSON biçiminde saklanır.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0">
                <a:solidFill>
                  <a:srgbClr val="AEBCDA"/>
                </a:solidFill>
                <a:latin typeface="Aptos"/>
              </a:rPr>
              <a:t>Paket bağımlılığı: ursina  |  Görsel doku üretimi: Pillow (PIL)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>
                <a:solidFill>
                  <a:srgbClr val="4CE1D2"/>
                </a:solidFill>
                <a:latin typeface="Aptos"/>
              </a:rPr>
              <a:t>07 / KULLANIM ALANLARI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Eğitim, merak ve yaratıcı tasarım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AEBCDA"/>
                </a:solidFill>
                <a:latin typeface="Aptos"/>
              </a:rPr>
              <a:t>Programın güçlü tarafı, kullanıcıya yalnızca hazır gezegenleri göstermek yerine yeni senaryolar deneme imkânı sunmasıdır.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48840"/>
            <a:ext cx="3429000" cy="22402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148840"/>
            <a:ext cx="54864" cy="2240280"/>
          </a:xfrm>
          <a:prstGeom prst="rect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31343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4CE1D2"/>
                </a:solidFill>
                <a:latin typeface="Aptos"/>
              </a:rPr>
              <a:t>EĞİTİM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770632"/>
            <a:ext cx="3044952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Gezegen parametrelerini ve yörünge kavramını görsel bir ortamda tartışmak.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148840"/>
            <a:ext cx="54864" cy="2240280"/>
          </a:xfrm>
          <a:prstGeom prst="rect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31343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7AC8"/>
                </a:solidFill>
                <a:latin typeface="Aptos"/>
              </a:rPr>
              <a:t>BİLİM İLETİŞİMİ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70632"/>
            <a:ext cx="3044952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Uzay ve gezegen bilimine ilgi uyandıran bir demo veya sunum aracı olarak kullanmak.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148840"/>
            <a:ext cx="3429000" cy="2240280"/>
          </a:xfrm>
          <a:prstGeom prst="roundRect">
            <a:avLst/>
          </a:prstGeom>
          <a:solidFill>
            <a:srgbClr val="121B37"/>
          </a:solidFill>
          <a:ln>
            <a:solidFill>
              <a:srgbClr val="26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148840"/>
            <a:ext cx="54864" cy="2240280"/>
          </a:xfrm>
          <a:prstGeom prst="rect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313432"/>
            <a:ext cx="30632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700" b="1">
                <a:solidFill>
                  <a:srgbClr val="FFD36B"/>
                </a:solidFill>
                <a:latin typeface="Aptos"/>
              </a:rPr>
              <a:t>YARATICI KEŞİF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770632"/>
            <a:ext cx="3044952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Bilim kurgu dünyaları ve hayalî gezegen tasarımları geliştirmek.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24128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400" b="0">
                <a:solidFill>
                  <a:srgbClr val="F2F6FF"/>
                </a:solidFill>
                <a:latin typeface="Aptos"/>
              </a:rPr>
              <a:t>Geliştirme fırsatları: daha doğru astronomik ölçekler, gerçek kaynaklardan veri aktarımı, gezegen karşılaştırma modu ve dışa aktarma seçenekleri.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48640"/>
            <a:ext cx="45720" cy="45720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20240" y="1097280"/>
            <a:ext cx="36576" cy="36576"/>
          </a:xfrm>
          <a:prstGeom prst="ellipse">
            <a:avLst/>
          </a:prstGeom>
          <a:solidFill>
            <a:srgbClr val="4C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731520"/>
            <a:ext cx="54864" cy="54864"/>
          </a:xfrm>
          <a:prstGeom prst="ellipse">
            <a:avLst/>
          </a:prstGeom>
          <a:solidFill>
            <a:srgbClr val="FF7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38560" y="219456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943600"/>
            <a:ext cx="45720" cy="45720"/>
          </a:xfrm>
          <a:prstGeom prst="ellipse">
            <a:avLst/>
          </a:prstGeom>
          <a:solidFill>
            <a:srgbClr val="FFD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365760"/>
            <a:ext cx="36576" cy="36576"/>
          </a:xfrm>
          <a:prstGeom prst="ellipse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6217920"/>
            <a:ext cx="36576" cy="36576"/>
          </a:xfrm>
          <a:prstGeom prst="ellipse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1051560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lang="tr-TR" sz="1300" b="1" dirty="0">
                <a:solidFill>
                  <a:srgbClr val="4CE1D2"/>
                </a:solidFill>
                <a:latin typeface="Aptos"/>
              </a:rPr>
              <a:t>BOZOK ÜNİVERSİTESİ BOĞAZLIYAN MESLEK YÜKSEK OKULU</a:t>
            </a:r>
          </a:p>
          <a:p>
            <a:pPr algn="ctr"/>
            <a:r>
              <a:rPr lang="tr-TR" sz="1300" b="1" dirty="0">
                <a:solidFill>
                  <a:srgbClr val="4CE1D2"/>
                </a:solidFill>
                <a:latin typeface="Aptos"/>
              </a:rPr>
              <a:t>BİLGİSAYAR PROGRAMCILIĞI BÖLÜMÜ</a:t>
            </a:r>
            <a:endParaRPr sz="1300" b="1" dirty="0">
              <a:solidFill>
                <a:srgbClr val="4CE1D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996696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3400" b="1" dirty="0">
                <a:solidFill>
                  <a:srgbClr val="F2F6FF"/>
                </a:solidFill>
                <a:latin typeface="Aptos"/>
              </a:rPr>
              <a:t>Her yeni </a:t>
            </a:r>
            <a:r>
              <a:rPr sz="3400" b="1" dirty="0" err="1">
                <a:solidFill>
                  <a:srgbClr val="F2F6FF"/>
                </a:solidFill>
                <a:latin typeface="Aptos"/>
              </a:rPr>
              <a:t>dünya</a:t>
            </a:r>
            <a:r>
              <a:rPr sz="3400" b="1" dirty="0">
                <a:solidFill>
                  <a:srgbClr val="F2F6FF"/>
                </a:solidFill>
                <a:latin typeface="Aptos"/>
              </a:rPr>
              <a:t>,</a:t>
            </a:r>
            <a:br>
              <a:rPr dirty="0"/>
            </a:br>
            <a:r>
              <a:rPr sz="3400" b="1" dirty="0">
                <a:solidFill>
                  <a:srgbClr val="F2F6FF"/>
                </a:solidFill>
                <a:latin typeface="Aptos"/>
              </a:rPr>
              <a:t>yeni </a:t>
            </a:r>
            <a:r>
              <a:rPr sz="3400" b="1" dirty="0" err="1">
                <a:solidFill>
                  <a:srgbClr val="F2F6FF"/>
                </a:solidFill>
                <a:latin typeface="Aptos"/>
              </a:rPr>
              <a:t>bir</a:t>
            </a:r>
            <a:r>
              <a:rPr sz="3400" b="1" dirty="0">
                <a:solidFill>
                  <a:srgbClr val="F2F6FF"/>
                </a:solidFill>
                <a:latin typeface="Aptos"/>
              </a:rPr>
              <a:t> </a:t>
            </a:r>
            <a:r>
              <a:rPr sz="3400" b="1" dirty="0" err="1">
                <a:solidFill>
                  <a:srgbClr val="F2F6FF"/>
                </a:solidFill>
                <a:latin typeface="Aptos"/>
              </a:rPr>
              <a:t>keşfin</a:t>
            </a:r>
            <a:r>
              <a:rPr sz="3400" b="1" dirty="0">
                <a:solidFill>
                  <a:srgbClr val="F2F6FF"/>
                </a:solidFill>
                <a:latin typeface="Aptos"/>
              </a:rPr>
              <a:t> </a:t>
            </a:r>
            <a:r>
              <a:rPr sz="3400" b="1" dirty="0" err="1">
                <a:solidFill>
                  <a:srgbClr val="F2F6FF"/>
                </a:solidFill>
                <a:latin typeface="Aptos"/>
              </a:rPr>
              <a:t>başlangıcıdır</a:t>
            </a:r>
            <a:r>
              <a:rPr sz="3400" b="1" dirty="0">
                <a:solidFill>
                  <a:srgbClr val="F2F6FF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86200"/>
            <a:ext cx="85039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FFD36B"/>
                </a:solidFill>
                <a:latin typeface="Aptos"/>
              </a:rPr>
              <a:t>Keşfetmeye hazır mısınız?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AEBCDA"/>
                </a:solidFill>
                <a:latin typeface="Aptos"/>
              </a:rPr>
              <a:t>Python + Ursina  |  Etkileşimli 3B masaüstü simülasyonu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643</Words>
  <Application>Microsoft Office PowerPoint</Application>
  <PresentationFormat>Geniş ekran</PresentationFormat>
  <Paragraphs>82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OĞUZHAN ÖCAL</dc:creator>
  <cp:keywords/>
  <dc:description>generated using python-pptx</dc:description>
  <cp:lastModifiedBy>OĞUZHAN ÖCAL</cp:lastModifiedBy>
  <cp:revision>2</cp:revision>
  <dcterms:created xsi:type="dcterms:W3CDTF">2013-01-27T09:14:16Z</dcterms:created>
  <dcterms:modified xsi:type="dcterms:W3CDTF">2026-10-26T07:54:51Z</dcterms:modified>
  <cp:category/>
</cp:coreProperties>
</file>